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11247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96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Guardian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Kedia Ihogoza  ·  David Roset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57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ANOMALY DETECTION FOR CONNECTED AEROSPACE SYSTEMS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715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FYI26 · AIRBUS FLY YOUR IDEAS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02920" cy="5486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097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Solve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89320" y="1234440"/>
            <a:ext cx="658368" cy="65836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89320" y="1234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0" y="10972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aircraft stream continuous telemetry — and with it, dangerous failure modes: packet loss, GPS spoofing, IMU dropout, battery degradation, sensor-fusion breakdown.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89320" y="2834640"/>
            <a:ext cx="658368" cy="65836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2834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0" y="26974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Guardian sits between the raw telemetry and the human operator, catching these anomalies in real time and explaining them in plain language.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89320" y="4434840"/>
            <a:ext cx="658368" cy="65836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4434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49440" y="4297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alert is explained, carries a recommended action, and leaves the final decision with the operator — human-in-the-loop by design.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GUARDIAN — FYI26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02920" cy="5486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Project Journey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3703320"/>
            <a:ext cx="1051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3630168"/>
            <a:ext cx="146304" cy="14630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Ideation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4871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formation · MVP concept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71600" y="3246120"/>
            <a:ext cx="0" cy="45720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7288" y="3630168"/>
            <a:ext cx="146304" cy="14630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Planning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44074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· scope · sprint roadmap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20440" y="3703320"/>
            <a:ext cx="0" cy="45720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96128" y="3630168"/>
            <a:ext cx="146304" cy="14630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Tech Docs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24871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DB schema · contracts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3246120"/>
            <a:ext cx="0" cy="45720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4968" y="3630168"/>
            <a:ext cx="146304" cy="14630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— Development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26680" y="44074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sprints: engine · ML · dashboard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18120" y="3703320"/>
            <a:ext cx="0" cy="45720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93808" y="3630168"/>
            <a:ext cx="146304" cy="14630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— Closure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0" y="24871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demo · retrospective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966960" y="3246120"/>
            <a:ext cx="0" cy="45720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GUARDIAN — FYI26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02920" cy="5486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097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43600" y="960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Flask · React · SQLite · scikit-learn · MAVLink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493776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29400" y="1965960"/>
            <a:ext cx="2240280" cy="658368"/>
          </a:xfrm>
          <a:prstGeom prst="rect">
            <a:avLst/>
          </a:prstGeom>
          <a:solidFill>
            <a:srgbClr val="1B2431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965960"/>
            <a:ext cx="22402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· Serial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52560" y="1965960"/>
            <a:ext cx="2057400" cy="658368"/>
          </a:xfrm>
          <a:prstGeom prst="rect">
            <a:avLst/>
          </a:prstGeom>
          <a:solidFill>
            <a:srgbClr val="1B2431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0" y="1965960"/>
            <a:ext cx="2057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MAVLink / SITL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3246120"/>
            <a:ext cx="2468880" cy="777240"/>
          </a:xfrm>
          <a:prstGeom prst="rect">
            <a:avLst/>
          </a:prstGeom>
          <a:solidFill>
            <a:srgbClr val="1B2431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3246120"/>
            <a:ext cx="24688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Engine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Isolation Forest ML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4800600"/>
            <a:ext cx="1965960" cy="731520"/>
          </a:xfrm>
          <a:prstGeom prst="rect">
            <a:avLst/>
          </a:prstGeom>
          <a:solidFill>
            <a:srgbClr val="1B2431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4800600"/>
            <a:ext cx="19659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DB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 mode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4800600"/>
            <a:ext cx="1737360" cy="731520"/>
          </a:xfrm>
          <a:prstGeom prst="rect">
            <a:avLst/>
          </a:prstGeom>
          <a:solidFill>
            <a:srgbClr val="1B2431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480060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Export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149840" y="4800600"/>
            <a:ext cx="1417320" cy="731520"/>
          </a:xfrm>
          <a:prstGeom prst="rect">
            <a:avLst/>
          </a:prstGeom>
          <a:solidFill>
            <a:srgbClr val="1B2431"/>
          </a:solidFill>
          <a:ln/>
        </p:spPr>
      </p:sp>
      <p:sp>
        <p:nvSpPr>
          <p:cNvPr id="18" name="Text 16"/>
          <p:cNvSpPr/>
          <p:nvPr/>
        </p:nvSpPr>
        <p:spPr>
          <a:xfrm>
            <a:off x="10149840" y="480060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Flask+React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69680" y="2788920"/>
            <a:ext cx="0" cy="45720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023360"/>
            <a:ext cx="0" cy="77724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4800600"/>
            <a:ext cx="1920240" cy="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4800600"/>
            <a:ext cx="0" cy="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4617720"/>
            <a:ext cx="0" cy="18288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35640" y="4617720"/>
            <a:ext cx="0" cy="18288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4617720"/>
            <a:ext cx="3886200" cy="0"/>
          </a:xfrm>
          <a:prstGeom prst="line">
            <a:avLst/>
          </a:prstGeom>
          <a:noFill/>
          <a:ln w="15875">
            <a:solidFill>
              <a:srgbClr val="1414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GUARDIAN — FYI26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02920" cy="5486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097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89320" y="1234440"/>
            <a:ext cx="658368" cy="65836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89320" y="1234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03720" y="1216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03720" y="15453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no-fly-zone breach detection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2194560"/>
            <a:ext cx="658368" cy="65836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3720" y="2176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Post-Flight AI Report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25054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safety summary via Claude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3154680"/>
            <a:ext cx="658368" cy="65836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154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0372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Alerts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34655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battery depletion &amp; IMU drift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4114800"/>
            <a:ext cx="658368" cy="65836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4114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4096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RBAC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44256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Hashed passwords, admin vs. user roles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5074920"/>
            <a:ext cx="658368" cy="65836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5074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5056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Actions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53858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· Escalate · Resolve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GUARDIAN — FYI26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02920" cy="5486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097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12648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12648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05256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86.4%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05256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90.9%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126480" y="4453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5256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11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9052560" y="4453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PASSED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5532120"/>
            <a:ext cx="530352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5623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11 labeled fault scenarios · 162 automated tests · recall tuned above precision by design.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GUARDIAN — FYI26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02920" cy="5486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097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98932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89320" y="173736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first — rules + ML kept every alert traceable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task ownership reduced blocking &amp; merge conflicts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after every change — 162 tests made the demo dependable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8932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WE'D IMPROVE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411480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more time for integration (MAVLink → dashboard)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the ML thresholds earlier, from sprint 1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 commit hygiene — enforce PR checks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GUARDIAN — FYI26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LISTENING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Kedia Ihogoza  ·  David Roset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212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FYI26 · AIRBUS FLY YOUR IDEAS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FYI26 AI Guardian — Project Closure</dc:title>
  <dc:subject>PptxGenJS Presentation</dc:subject>
  <dc:creator>Kedia Ihogoza &amp; David Roset</dc:creator>
  <cp:lastModifiedBy>Kedia Ihogoza &amp; David Roset</cp:lastModifiedBy>
  <cp:revision>1</cp:revision>
  <dcterms:created xsi:type="dcterms:W3CDTF">2026-07-09T09:55:19Z</dcterms:created>
  <dcterms:modified xsi:type="dcterms:W3CDTF">2026-07-09T09:55:19Z</dcterms:modified>
</cp:coreProperties>
</file>