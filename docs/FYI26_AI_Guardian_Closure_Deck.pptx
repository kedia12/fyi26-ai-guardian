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1B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E1B3A"/>
                </a:solidFill>
                <a:latin typeface="Arial"/>
              </a:rPr>
              <a:t>Detection quality &amp; delivery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E1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Scenario pass</c:v>
                  </c:pt>
                  <c:pt idx="3">
                    <c:v>Feature delivery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86.4</c:v>
                </c:pt>
                <c:pt idx="1">
                  <c:v>90.9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E1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4206240" cy="4206240"/>
          </a:xfrm>
          <a:prstGeom prst="ellipse">
            <a:avLst/>
          </a:prstGeom>
          <a:solidFill>
            <a:srgbClr val="16264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229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FYI26 · AIRBUS FLY YOUR IDEAS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Guardian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Anomaly Detection for Connected Aerospace Systems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Kedia Ihogoza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Project Manager / AI-ML / SCM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7365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Roset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Database / Dashboard / QA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 — Project Closure  |  MVP Demonstration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&amp; OUR MVP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failures before the operator does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aircraft stream continuous telemetry between sensors, autopilots and ground operators. That visibility also opens new, potentially catastrophic failure modes that are easy to miss in a live feed.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971800"/>
            <a:ext cx="5486400" cy="3246120"/>
          </a:xfrm>
          <a:prstGeom prst="roundRect">
            <a:avLst>
              <a:gd name="adj" fmla="val 3380"/>
            </a:avLst>
          </a:prstGeom>
          <a:solidFill>
            <a:srgbClr val="0E1B3A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3246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GUARDIAN SITS BETWEEN RAW TELEMETRY AND THE HUMAN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9319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detection is explained.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alert includes a recommended action.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stays with the operator.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FAILURE MODES WE DETECT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46520" y="1783080"/>
            <a:ext cx="5166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8928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loss / reorder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75120" y="22037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situational awareness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46520" y="2697480"/>
            <a:ext cx="5166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75120" y="2807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spoof or jump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675120" y="31181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error, collision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46520" y="3611880"/>
            <a:ext cx="5166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675120" y="37216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dropout / frozen data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675120" y="40325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attitude estimation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46520" y="4526280"/>
            <a:ext cx="5166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675120" y="4636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degradation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675120" y="49469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power loss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46520" y="5440680"/>
            <a:ext cx="5166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675120" y="55504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/ IMU inconsistency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675120" y="5861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Sensor-fusion breakdown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GOT HERE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idea to functional MVP in five stages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157984" cy="420624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874520"/>
            <a:ext cx="658368" cy="658368"/>
          </a:xfrm>
          <a:prstGeom prst="ellipse">
            <a:avLst/>
          </a:prstGeom>
          <a:solidFill>
            <a:srgbClr val="F4F7FB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13232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13232" y="315468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formation, problem framing, MVP concept for aerospace safety.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825496" y="1600200"/>
            <a:ext cx="2157984" cy="420624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81528" y="1874520"/>
            <a:ext cx="658368" cy="658368"/>
          </a:xfrm>
          <a:prstGeom prst="ellipse">
            <a:avLst/>
          </a:prstGeom>
          <a:solidFill>
            <a:srgbClr val="F4F7FB"/>
          </a:solidFill>
          <a:ln/>
        </p:spPr>
      </p:sp>
      <p:sp>
        <p:nvSpPr>
          <p:cNvPr id="12" name="Text 9"/>
          <p:cNvSpPr/>
          <p:nvPr/>
        </p:nvSpPr>
        <p:spPr>
          <a:xfrm>
            <a:off x="3081528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990088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990088" y="315468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charter, scope, roles, sprint roadmap and risk plan.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102352" y="1600200"/>
            <a:ext cx="2157984" cy="420624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58384" y="1874520"/>
            <a:ext cx="658368" cy="658368"/>
          </a:xfrm>
          <a:prstGeom prst="ellipse">
            <a:avLst/>
          </a:prstGeom>
          <a:solidFill>
            <a:srgbClr val="F4F7FB"/>
          </a:solidFill>
          <a:ln/>
        </p:spPr>
      </p:sp>
      <p:sp>
        <p:nvSpPr>
          <p:cNvPr id="17" name="Text 14"/>
          <p:cNvSpPr/>
          <p:nvPr/>
        </p:nvSpPr>
        <p:spPr>
          <a:xfrm>
            <a:off x="5358384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266944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Docs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266944" y="315468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DB schema, API + telemetry contracts, tech stack.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379208" y="1600200"/>
            <a:ext cx="2157984" cy="420624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635240" y="1874520"/>
            <a:ext cx="658368" cy="658368"/>
          </a:xfrm>
          <a:prstGeom prst="ellipse">
            <a:avLst/>
          </a:prstGeom>
          <a:solidFill>
            <a:srgbClr val="F4F7F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54380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543800" y="315468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Agile sprints — engine, ML, dashboard, live ingestion, deploy.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656064" y="1600200"/>
            <a:ext cx="2157984" cy="4206240"/>
          </a:xfrm>
          <a:prstGeom prst="roundRect">
            <a:avLst>
              <a:gd name="adj" fmla="val 4237"/>
            </a:avLst>
          </a:prstGeom>
          <a:solidFill>
            <a:srgbClr val="0E1B3A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912096" y="1874520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4"/>
          <p:cNvSpPr/>
          <p:nvPr/>
        </p:nvSpPr>
        <p:spPr>
          <a:xfrm>
            <a:off x="9912096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9820656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9820656" y="315468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review: results, lessons learned, demo &amp; retrospective.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throughout: tasks broken into small units, assigned explicitly, and tested after every change.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SHOWCASE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engine &amp; data design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5379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883664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Sources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554480" y="20299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replay · UDP · Serial · MAVLink (ArduPilot / PX4)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566160" y="24871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▼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688336"/>
            <a:ext cx="65379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2889504"/>
            <a:ext cx="566928" cy="566928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017520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8254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Engine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554480" y="316382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deterministic rules + Isolation Forest ML → build_alert()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566160" y="362102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▼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822192"/>
            <a:ext cx="65379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4023360"/>
            <a:ext cx="566928" cy="566928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151376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39593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1554480" y="4297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(WAL) store + JSONL export of every alert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3566160" y="47548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▼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4956048"/>
            <a:ext cx="65379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7240" y="5157216"/>
            <a:ext cx="566928" cy="566928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28523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50932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+ React Dashboard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1554480" y="54315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telemetry, alert feed, ACK / Escalate / Resolve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360920" y="1554480"/>
            <a:ext cx="4251960" cy="4370832"/>
          </a:xfrm>
          <a:prstGeom prst="roundRect">
            <a:avLst>
              <a:gd name="adj" fmla="val 2151"/>
            </a:avLst>
          </a:prstGeom>
          <a:solidFill>
            <a:srgbClr val="0E1B3A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768096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CHOICES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68096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ML together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7680960" y="24871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give explainable, deterministic catches; Isolation Forest catches the unknown.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768096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(WAL)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7680960" y="341985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Zero-config, concurrent reads for the live dashboard, portable single-file DB.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7680960" y="4059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+ React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7680960" y="435254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REST backend; typed React/Leaflet UI for live map + alerts.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7680960" y="4992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MAVLink / pymavlink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680960" y="52852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the real autopilot protocol — works with ArduPilot &amp; PX4.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features we'll walk through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828800"/>
            <a:ext cx="640080" cy="640080"/>
          </a:xfrm>
          <a:prstGeom prst="ellipse">
            <a:avLst/>
          </a:prstGeom>
          <a:solidFill>
            <a:srgbClr val="0E1B3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8424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" y="260604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Geofencing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04672" y="297180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no-fly-zone breach detection with severity + reason.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15544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0" y="1828800"/>
            <a:ext cx="640080" cy="640080"/>
          </a:xfrm>
          <a:prstGeom prst="ellipse">
            <a:avLst/>
          </a:prstGeom>
          <a:solidFill>
            <a:srgbClr val="0E1B3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198424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0" y="260604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Post-Flight AI Report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572000" y="297180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Claude-generated, plain-language safety summary per flight.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15544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39328" y="1828800"/>
            <a:ext cx="640080" cy="640080"/>
          </a:xfrm>
          <a:prstGeom prst="ellipse">
            <a:avLst/>
          </a:prstGeom>
          <a:solidFill>
            <a:srgbClr val="0E1B3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198424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39328" y="260604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Alerts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8339328" y="297180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 battery depletion &amp; IMU drift before failure.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886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04672" y="4160520"/>
            <a:ext cx="640080" cy="640080"/>
          </a:xfrm>
          <a:prstGeom prst="ellipse">
            <a:avLst/>
          </a:prstGeom>
          <a:solidFill>
            <a:srgbClr val="0E1B3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315968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4672" y="493776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RBAC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804672" y="530352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Hashed passwords, admin vs. user roles, session-guarded dashboard.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315968" y="3886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572000" y="4160520"/>
            <a:ext cx="640080" cy="640080"/>
          </a:xfrm>
          <a:prstGeom prst="ellipse">
            <a:avLst/>
          </a:prstGeom>
          <a:solidFill>
            <a:srgbClr val="0E1B3A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4315968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572000" y="493776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Landing Page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4572000" y="530352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front door explaining the Guardian to visitors.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8083296" y="3886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339328" y="4160520"/>
            <a:ext cx="640080" cy="640080"/>
          </a:xfrm>
          <a:prstGeom prst="ellipse">
            <a:avLst/>
          </a:prstGeom>
          <a:solidFill>
            <a:srgbClr val="0E1B3A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776" y="4315968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339328" y="493776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Actions</a:t>
            </a:r>
            <a:endParaRPr lang="en-US" sz="1700" dirty="0"/>
          </a:p>
        </p:txBody>
      </p:sp>
      <p:sp>
        <p:nvSpPr>
          <p:cNvPr id="34" name="Text 25"/>
          <p:cNvSpPr/>
          <p:nvPr/>
        </p:nvSpPr>
        <p:spPr>
          <a:xfrm>
            <a:off x="8339328" y="530352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 / Escalate / Resolve every alert — human stays in the loop.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path:  MAVLink / SITL feed  →  engine flags anomaly  →  alert appears on dashboard  →  operator acknowledges.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MVP works — and we can measure it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0E1B3A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6642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2450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46704" y="15544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0E1B3A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46704" y="16642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86.4%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346704" y="2450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44768" y="15544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0E1B3A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44768" y="16642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90.9%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144768" y="2450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42832" y="15544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0E1B3A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942832" y="16642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11/11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8942832" y="2450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PASSED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3200400"/>
          <a:ext cx="6400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Shape 14"/>
          <p:cNvSpPr/>
          <p:nvPr/>
        </p:nvSpPr>
        <p:spPr>
          <a:xfrm>
            <a:off x="7223760" y="3200400"/>
            <a:ext cx="43891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498080" y="3401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THE PROJECT CHARTER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498080" y="3794760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planned MVP features delivered.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detection on live MAVLink feed.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&gt; precision by design — miss fewer real hazards.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 deploy + CI on GitHub Actions.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626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400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749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1371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taught us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7724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WELL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77240" y="2606040"/>
            <a:ext cx="5166360" cy="1051560"/>
          </a:xfrm>
          <a:prstGeom prst="roundRect">
            <a:avLst>
              <a:gd name="adj" fmla="val 7826"/>
            </a:avLst>
          </a:prstGeom>
          <a:solidFill>
            <a:srgbClr val="16264F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7340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first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05840" y="3063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Pairing rules with ML kept every alert traceable — critical for aerospace trust.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3794760"/>
            <a:ext cx="5166360" cy="1051560"/>
          </a:xfrm>
          <a:prstGeom prst="roundRect">
            <a:avLst>
              <a:gd name="adj" fmla="val 7826"/>
            </a:avLst>
          </a:prstGeom>
          <a:solidFill>
            <a:srgbClr val="16264F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9227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task ownership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05840" y="4251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role split (PM/ML vs. DB/QA) reduced blocking and merge conflicts.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7240" y="4983480"/>
            <a:ext cx="5166360" cy="1051560"/>
          </a:xfrm>
          <a:prstGeom prst="roundRect">
            <a:avLst>
              <a:gd name="adj" fmla="val 7826"/>
            </a:avLst>
          </a:prstGeom>
          <a:solidFill>
            <a:srgbClr val="16264F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51114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after every change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005840" y="5440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 tests caught regressions early and made the demo dependable.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4652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WE'D IMPROVE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46520" y="2606040"/>
            <a:ext cx="5166360" cy="1051560"/>
          </a:xfrm>
          <a:prstGeom prst="roundRect">
            <a:avLst>
              <a:gd name="adj" fmla="val 7826"/>
            </a:avLst>
          </a:prstGeom>
          <a:solidFill>
            <a:srgbClr val="16264F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0" y="27340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more for integration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675120" y="3063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 MAVLink to the live dashboard took longer than estimated.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46520" y="3794760"/>
            <a:ext cx="5166360" cy="1051560"/>
          </a:xfrm>
          <a:prstGeom prst="roundRect">
            <a:avLst>
              <a:gd name="adj" fmla="val 7826"/>
            </a:avLst>
          </a:prstGeom>
          <a:solidFill>
            <a:srgbClr val="16264F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0" y="39227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QA on ML thresholds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675120" y="4251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precision/recall late cost time; bake it in from sprint 1.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46520" y="4983480"/>
            <a:ext cx="5166360" cy="1051560"/>
          </a:xfrm>
          <a:prstGeom prst="roundRect">
            <a:avLst>
              <a:gd name="adj" fmla="val 7826"/>
            </a:avLst>
          </a:prstGeom>
          <a:solidFill>
            <a:srgbClr val="16264F"/>
          </a:solidFill>
          <a:ln/>
        </p:spPr>
      </p:sp>
      <p:sp>
        <p:nvSpPr>
          <p:cNvPr id="24" name="Text 21"/>
          <p:cNvSpPr/>
          <p:nvPr/>
        </p:nvSpPr>
        <p:spPr>
          <a:xfrm>
            <a:off x="6675120" y="51114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Tighten commit hygiene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675120" y="5440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stray files reached main — enforce PR checks next time.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 welcome.  |  github.com/Kedia12/fyi26-ai-guardian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FYI26 AI Guardian — Project Closure</dc:title>
  <dc:subject>PptxGenJS Presentation</dc:subject>
  <dc:creator>Kedia Ihogoza &amp; David Roset</dc:creator>
  <cp:lastModifiedBy>Kedia Ihogoza &amp; David Roset</cp:lastModifiedBy>
  <cp:revision>1</cp:revision>
  <dcterms:created xsi:type="dcterms:W3CDTF">2026-07-06T11:58:38Z</dcterms:created>
  <dcterms:modified xsi:type="dcterms:W3CDTF">2026-07-06T11:58:38Z</dcterms:modified>
</cp:coreProperties>
</file>